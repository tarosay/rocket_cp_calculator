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DEDE07-35CD-C745-6D54-1177536FA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D8AB2F-D28B-307B-8EA2-FEF4D6A0A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F52A91-40AB-AFF5-C47A-36385150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686DD-7A27-D8EF-4119-903FAFE5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499CF1-3EE5-2B71-9501-D60FA477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1490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965374-0BDC-3A16-DC7E-C84E57648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C0E8D6-8A2E-1458-DA81-5C3F31F83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5BEC7A-F8CE-2235-FA19-81E51E09B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A6E871-D734-3EE0-B3A8-8E4927F0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8955A5-C8A0-2AD5-2BA9-D7787D21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726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CACCC1-7FDC-3BEB-FD2E-1816A3EC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579BC2-7810-64B9-FF17-4307543D3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7C1FBC-FE7F-504F-755D-CE2AD40C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081658-8FB8-3F53-311D-EE2FF467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1D834D-4D7F-23AF-10A5-581ADCA3B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505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3E5DE4-2EEC-966D-E6E9-8C5EB71F4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ED96AD-E459-BA10-A3CE-6CC38A443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59C44E-87D5-3F1D-7469-71C74DDB6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B324FB-8530-F1A7-5457-7ECEE9B1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3CBEF2-3513-3D17-4F97-D812A3038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93A839-1A43-B72A-FD2F-90A12C70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0706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16D60-25A1-5FF5-90BC-C1069DC5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F68D31-B570-027A-257F-CAC3C3FB4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B76E4E-217E-26AE-9C82-5FA4A5A01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076AC41-0327-6E3E-57FE-38D8299D3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FCEAFAD-F018-2BC3-D188-460353AAE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CCBC6AA-B487-86FE-A6FA-322670B1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C6685E2-C937-EC7E-287F-AB97343A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FD1F583-9C97-BCF1-C97F-F877DA40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73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9AB24-E943-F6B3-879B-D6A2B01F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55ACF8-4AEC-B1CA-DD65-C459DBA9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77A65CD-21B1-644F-C6D4-E45FCBB9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4F40987-4EC1-52F5-3068-5569D878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82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EE647D5-3629-74A6-5102-868D0F06F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0C7BA8E-D98F-4C9C-FEB1-6E129BDF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90A7F2-80F9-A59A-7A70-30488CF0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603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283B6-3746-9204-4629-94FF51DC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7962B5-C878-FA41-8338-170B9CD0B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E0B8B1-B0AB-785A-7E63-BAF3CC853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57503A-8A99-1DDB-C818-1D9A6942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B6C15B-47F8-B8C8-D03D-59CB6F9B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293FCA-55E7-E091-7B63-977E684A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228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A5C1B6-0701-8173-9F3E-BF3AE40C5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8DFE9BF-624E-3293-D2E6-90251B4FE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C0A77E-0B62-A4A2-AA2F-5CA0EB98B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2AB872-8B6E-80EB-6716-465BBFC4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D03A79-D3BF-28CA-EF9C-C1874BFD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C9FC7F-E7C5-713B-6B03-C9F6B24A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507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CF24B-A8D8-5E72-33EB-E0AC92AC0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9664E4-1769-3D41-320E-368EA34F2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0AC496-61C1-CC0D-9085-102F0874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784E4C-B022-442D-D3E8-C123F6EE3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44D2EE-A7F4-7EF7-2886-45BEBC88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379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DCC7D4-7ED3-37EB-F219-5B8D1DB054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9FFF19-8930-3087-7867-7E7AFA893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E3808B-2CFB-3D40-2663-20E9A5256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985897-519B-6D7A-A8DA-5D30C2CC8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6F6FE2-7A9A-9CE4-334A-5D6E6268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8327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B61F86-E2E6-5F5B-A084-E8913B758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A2A290-1743-2DD3-65D1-4CEC3DE83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A6D060-E5A6-4709-8C37-B97B2C409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01C09-CB4A-4DE4-888B-E2644CB100F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1C5EC-2EC8-15B8-2163-2E805CFAA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FEC828-83F2-BB0A-D241-0CB23FC1E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34AF-0B1A-4BC5-A21C-EB2B7D7FFB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41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A16F3E1B-9534-270C-BE4A-64FF8AEC97A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628"/>
          <a:stretch/>
        </p:blipFill>
        <p:spPr>
          <a:xfrm>
            <a:off x="8354210" y="0"/>
            <a:ext cx="1401301" cy="685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5899E5F-B670-F49A-6E2B-E6E877D08F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14"/>
          <a:stretch/>
        </p:blipFill>
        <p:spPr>
          <a:xfrm>
            <a:off x="4647304" y="0"/>
            <a:ext cx="3734696" cy="6858000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0BC743B-61E7-2861-0D02-EB51960C4625}"/>
              </a:ext>
            </a:extLst>
          </p:cNvPr>
          <p:cNvCxnSpPr>
            <a:cxnSpLocks/>
          </p:cNvCxnSpPr>
          <p:nvPr/>
        </p:nvCxnSpPr>
        <p:spPr>
          <a:xfrm flipV="1">
            <a:off x="6096000" y="380558"/>
            <a:ext cx="21013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194F3B8-3EAF-57D7-9BF7-6BC620E5C4F4}"/>
              </a:ext>
            </a:extLst>
          </p:cNvPr>
          <p:cNvCxnSpPr>
            <a:cxnSpLocks/>
          </p:cNvCxnSpPr>
          <p:nvPr/>
        </p:nvCxnSpPr>
        <p:spPr>
          <a:xfrm>
            <a:off x="6442038" y="1659122"/>
            <a:ext cx="3890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25E9E2D-9AD9-FBDF-D356-C8DF1566CF62}"/>
              </a:ext>
            </a:extLst>
          </p:cNvPr>
          <p:cNvCxnSpPr>
            <a:cxnSpLocks/>
          </p:cNvCxnSpPr>
          <p:nvPr/>
        </p:nvCxnSpPr>
        <p:spPr>
          <a:xfrm>
            <a:off x="6442038" y="4597753"/>
            <a:ext cx="8624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FA6B015-0705-E9C9-0F05-424AA390AF25}"/>
              </a:ext>
            </a:extLst>
          </p:cNvPr>
          <p:cNvCxnSpPr>
            <a:cxnSpLocks/>
          </p:cNvCxnSpPr>
          <p:nvPr/>
        </p:nvCxnSpPr>
        <p:spPr>
          <a:xfrm>
            <a:off x="6636572" y="387927"/>
            <a:ext cx="0" cy="1271195"/>
          </a:xfrm>
          <a:prstGeom prst="straightConnector1">
            <a:avLst/>
          </a:prstGeom>
          <a:ln w="22225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8E369DC-F67B-4812-6DF0-6C3C07CF8A94}"/>
              </a:ext>
            </a:extLst>
          </p:cNvPr>
          <p:cNvCxnSpPr>
            <a:cxnSpLocks/>
          </p:cNvCxnSpPr>
          <p:nvPr/>
        </p:nvCxnSpPr>
        <p:spPr>
          <a:xfrm>
            <a:off x="7186108" y="402025"/>
            <a:ext cx="0" cy="4195728"/>
          </a:xfrm>
          <a:prstGeom prst="straightConnector1">
            <a:avLst/>
          </a:prstGeom>
          <a:ln w="22225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0EA5CF4-43CF-58B7-AEA9-DD462ECF74F5}"/>
              </a:ext>
            </a:extLst>
          </p:cNvPr>
          <p:cNvSpPr txBox="1"/>
          <p:nvPr/>
        </p:nvSpPr>
        <p:spPr>
          <a:xfrm rot="16200000">
            <a:off x="6284593" y="771357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b="1" dirty="0"/>
              <a:t>ノーズコーン</a:t>
            </a:r>
            <a:endParaRPr lang="en-US" altLang="ja-JP" sz="1400" b="1" dirty="0"/>
          </a:p>
          <a:p>
            <a:pPr algn="ctr"/>
            <a:r>
              <a:rPr lang="ja-JP" altLang="en-US" sz="1400" b="1" dirty="0"/>
              <a:t>高さ</a:t>
            </a:r>
            <a:r>
              <a:rPr lang="en-US" altLang="ja-JP" sz="1400" b="1" dirty="0"/>
              <a:t>L</a:t>
            </a:r>
            <a:endParaRPr kumimoji="1" lang="ja-JP" altLang="en-US" sz="1400" b="1" dirty="0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8BC6FDE6-A35E-F057-5A87-27F777A6DA35}"/>
              </a:ext>
            </a:extLst>
          </p:cNvPr>
          <p:cNvSpPr/>
          <p:nvPr/>
        </p:nvSpPr>
        <p:spPr>
          <a:xfrm>
            <a:off x="5742664" y="2969110"/>
            <a:ext cx="699371" cy="2796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38B4A458-81D1-9B08-EF1E-6A3162593581}"/>
              </a:ext>
            </a:extLst>
          </p:cNvPr>
          <p:cNvCxnSpPr>
            <a:cxnSpLocks/>
          </p:cNvCxnSpPr>
          <p:nvPr/>
        </p:nvCxnSpPr>
        <p:spPr>
          <a:xfrm>
            <a:off x="5538309" y="2499889"/>
            <a:ext cx="540728" cy="609070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E08532D-4361-9B9A-9CD4-44EFB4440C0E}"/>
              </a:ext>
            </a:extLst>
          </p:cNvPr>
          <p:cNvSpPr txBox="1"/>
          <p:nvPr/>
        </p:nvSpPr>
        <p:spPr>
          <a:xfrm>
            <a:off x="4889163" y="2306380"/>
            <a:ext cx="705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b="1" dirty="0"/>
              <a:t>外径 </a:t>
            </a:r>
            <a:r>
              <a:rPr lang="en-US" altLang="ja-JP" sz="1400" b="1" dirty="0"/>
              <a:t>d</a:t>
            </a:r>
            <a:endParaRPr kumimoji="1" lang="ja-JP" altLang="en-US" sz="1400" b="1" dirty="0"/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433EDDB-5A24-3E32-9FE9-C89CB471865F}"/>
              </a:ext>
            </a:extLst>
          </p:cNvPr>
          <p:cNvCxnSpPr>
            <a:cxnSpLocks/>
            <a:stCxn id="24" idx="6"/>
          </p:cNvCxnSpPr>
          <p:nvPr/>
        </p:nvCxnSpPr>
        <p:spPr>
          <a:xfrm flipH="1" flipV="1">
            <a:off x="5742664" y="3108959"/>
            <a:ext cx="699371" cy="1"/>
          </a:xfrm>
          <a:prstGeom prst="straightConnector1">
            <a:avLst/>
          </a:prstGeom>
          <a:ln w="2222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図 40">
            <a:extLst>
              <a:ext uri="{FF2B5EF4-FFF2-40B4-BE49-F238E27FC236}">
                <a16:creationId xmlns:a16="http://schemas.microsoft.com/office/drawing/2014/main" id="{8E80CB03-AD4D-A003-EC15-39853987764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490" t="62214" r="24381" b="6535"/>
          <a:stretch/>
        </p:blipFill>
        <p:spPr>
          <a:xfrm>
            <a:off x="7853977" y="4275687"/>
            <a:ext cx="1331746" cy="2143219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73DB14F-C2B3-8DEB-FFBB-D5FA41B0D69C}"/>
              </a:ext>
            </a:extLst>
          </p:cNvPr>
          <p:cNvSpPr txBox="1"/>
          <p:nvPr/>
        </p:nvSpPr>
        <p:spPr>
          <a:xfrm>
            <a:off x="7678097" y="59663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フィン</a:t>
            </a:r>
            <a:endParaRPr kumimoji="1" lang="ja-JP" altLang="en-US" b="1" dirty="0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38378D98-6D8F-78FC-554B-D4A5F06761C1}"/>
              </a:ext>
            </a:extLst>
          </p:cNvPr>
          <p:cNvCxnSpPr>
            <a:cxnSpLocks/>
          </p:cNvCxnSpPr>
          <p:nvPr/>
        </p:nvCxnSpPr>
        <p:spPr>
          <a:xfrm flipV="1">
            <a:off x="7853977" y="4585269"/>
            <a:ext cx="5002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D7AAC32-7660-E4E5-3E30-512814A14E4C}"/>
              </a:ext>
            </a:extLst>
          </p:cNvPr>
          <p:cNvCxnSpPr>
            <a:cxnSpLocks/>
          </p:cNvCxnSpPr>
          <p:nvPr/>
        </p:nvCxnSpPr>
        <p:spPr>
          <a:xfrm>
            <a:off x="7853977" y="5658401"/>
            <a:ext cx="5002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3FA12530-F21D-C67F-9B80-259C68184FDC}"/>
              </a:ext>
            </a:extLst>
          </p:cNvPr>
          <p:cNvCxnSpPr>
            <a:cxnSpLocks/>
          </p:cNvCxnSpPr>
          <p:nvPr/>
        </p:nvCxnSpPr>
        <p:spPr>
          <a:xfrm>
            <a:off x="7982175" y="4583586"/>
            <a:ext cx="0" cy="1074815"/>
          </a:xfrm>
          <a:prstGeom prst="straightConnector1">
            <a:avLst/>
          </a:prstGeom>
          <a:ln w="22225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5C57520-F16D-5837-7FB4-5DC6BA8D8483}"/>
              </a:ext>
            </a:extLst>
          </p:cNvPr>
          <p:cNvSpPr txBox="1"/>
          <p:nvPr/>
        </p:nvSpPr>
        <p:spPr>
          <a:xfrm rot="16200000">
            <a:off x="7050912" y="485938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b="1" dirty="0"/>
              <a:t>本体に接する</a:t>
            </a:r>
            <a:endParaRPr lang="en-US" altLang="ja-JP" sz="1400" b="1" dirty="0"/>
          </a:p>
          <a:p>
            <a:pPr algn="ctr"/>
            <a:r>
              <a:rPr lang="ja-JP" altLang="en-US" sz="1400" b="1" dirty="0"/>
              <a:t>長い辺  </a:t>
            </a:r>
            <a:r>
              <a:rPr lang="en-US" altLang="ja-JP" sz="1400" b="1" dirty="0" err="1"/>
              <a:t>Lfr</a:t>
            </a:r>
            <a:endParaRPr kumimoji="1" lang="ja-JP" altLang="en-US" sz="1400" b="1" dirty="0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BB68814D-0F99-3EC4-7EFB-ECAE39B1B863}"/>
              </a:ext>
            </a:extLst>
          </p:cNvPr>
          <p:cNvCxnSpPr>
            <a:cxnSpLocks/>
          </p:cNvCxnSpPr>
          <p:nvPr/>
        </p:nvCxnSpPr>
        <p:spPr>
          <a:xfrm flipV="1">
            <a:off x="8935606" y="5362358"/>
            <a:ext cx="5002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CCEEC574-4530-4584-AF78-D86C8DA4E459}"/>
              </a:ext>
            </a:extLst>
          </p:cNvPr>
          <p:cNvCxnSpPr>
            <a:cxnSpLocks/>
          </p:cNvCxnSpPr>
          <p:nvPr/>
        </p:nvCxnSpPr>
        <p:spPr>
          <a:xfrm>
            <a:off x="8935605" y="6307328"/>
            <a:ext cx="5002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6022643F-49B5-8DEC-30F5-498F6B6A6AFE}"/>
              </a:ext>
            </a:extLst>
          </p:cNvPr>
          <p:cNvCxnSpPr>
            <a:cxnSpLocks/>
          </p:cNvCxnSpPr>
          <p:nvPr/>
        </p:nvCxnSpPr>
        <p:spPr>
          <a:xfrm>
            <a:off x="9208536" y="5362358"/>
            <a:ext cx="0" cy="973274"/>
          </a:xfrm>
          <a:prstGeom prst="straightConnector1">
            <a:avLst/>
          </a:prstGeom>
          <a:ln w="22225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0D87F87-F0A1-FA98-C5F9-30CB2A18CFC3}"/>
              </a:ext>
            </a:extLst>
          </p:cNvPr>
          <p:cNvSpPr txBox="1"/>
          <p:nvPr/>
        </p:nvSpPr>
        <p:spPr>
          <a:xfrm rot="16200000">
            <a:off x="8894936" y="5587385"/>
            <a:ext cx="1104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b="1" dirty="0"/>
              <a:t>外側の</a:t>
            </a:r>
            <a:endParaRPr lang="en-US" altLang="ja-JP" sz="1400" b="1" dirty="0"/>
          </a:p>
          <a:p>
            <a:pPr algn="ctr"/>
            <a:r>
              <a:rPr lang="ja-JP" altLang="en-US" sz="1400" b="1" dirty="0"/>
              <a:t>短い辺  </a:t>
            </a:r>
            <a:r>
              <a:rPr lang="en-US" altLang="ja-JP" sz="1400" b="1" dirty="0" err="1"/>
              <a:t>Lfc</a:t>
            </a:r>
            <a:endParaRPr kumimoji="1" lang="ja-JP" altLang="en-US" sz="1400" b="1" dirty="0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FAF9B700-9211-1E95-189B-84F1D395DA82}"/>
              </a:ext>
            </a:extLst>
          </p:cNvPr>
          <p:cNvCxnSpPr>
            <a:cxnSpLocks/>
          </p:cNvCxnSpPr>
          <p:nvPr/>
        </p:nvCxnSpPr>
        <p:spPr>
          <a:xfrm flipV="1">
            <a:off x="8944157" y="4490051"/>
            <a:ext cx="0" cy="8723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1C01C034-7E25-60E0-6C84-654E5E1752A7}"/>
              </a:ext>
            </a:extLst>
          </p:cNvPr>
          <p:cNvCxnSpPr>
            <a:cxnSpLocks/>
          </p:cNvCxnSpPr>
          <p:nvPr/>
        </p:nvCxnSpPr>
        <p:spPr>
          <a:xfrm flipH="1">
            <a:off x="8390963" y="4602477"/>
            <a:ext cx="553194" cy="0"/>
          </a:xfrm>
          <a:prstGeom prst="straightConnector1">
            <a:avLst/>
          </a:prstGeom>
          <a:ln w="222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CEE6A0EF-2CA0-6F9C-11CC-2DFE502DB2A0}"/>
              </a:ext>
            </a:extLst>
          </p:cNvPr>
          <p:cNvSpPr txBox="1"/>
          <p:nvPr/>
        </p:nvSpPr>
        <p:spPr>
          <a:xfrm>
            <a:off x="8363174" y="407453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b="1" dirty="0"/>
              <a:t>フィン幅</a:t>
            </a:r>
            <a:endParaRPr lang="en-US" altLang="ja-JP" sz="1400" b="1" dirty="0"/>
          </a:p>
          <a:p>
            <a:pPr algn="ctr"/>
            <a:r>
              <a:rPr lang="ja-JP" altLang="en-US" sz="1400" b="1" dirty="0"/>
              <a:t>スパン </a:t>
            </a:r>
            <a:r>
              <a:rPr lang="en-US" altLang="ja-JP" sz="1400" b="1" dirty="0"/>
              <a:t>S</a:t>
            </a:r>
            <a:endParaRPr kumimoji="1" lang="ja-JP" altLang="en-US" sz="1400" b="1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FCD34E11-37DD-B7C0-123F-2F9F6AEE6E55}"/>
              </a:ext>
            </a:extLst>
          </p:cNvPr>
          <p:cNvSpPr txBox="1"/>
          <p:nvPr/>
        </p:nvSpPr>
        <p:spPr>
          <a:xfrm rot="16200000">
            <a:off x="6781677" y="2397961"/>
            <a:ext cx="1324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b="1" dirty="0"/>
              <a:t>フィン前縁</a:t>
            </a:r>
          </a:p>
          <a:p>
            <a:pPr algn="ctr"/>
            <a:r>
              <a:rPr lang="ja-JP" altLang="en-US" sz="1400" b="1" dirty="0"/>
              <a:t>ルート位置 </a:t>
            </a:r>
            <a:r>
              <a:rPr lang="en-US" altLang="ja-JP" sz="1400" b="1" dirty="0" err="1"/>
              <a:t>Xf</a:t>
            </a:r>
            <a:endParaRPr kumimoji="1" lang="ja-JP" altLang="en-US" sz="1400" b="1" dirty="0"/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D9499C2-C217-B741-2307-C98DC870CC58}"/>
              </a:ext>
            </a:extLst>
          </p:cNvPr>
          <p:cNvCxnSpPr>
            <a:cxnSpLocks/>
          </p:cNvCxnSpPr>
          <p:nvPr/>
        </p:nvCxnSpPr>
        <p:spPr>
          <a:xfrm>
            <a:off x="8080785" y="380558"/>
            <a:ext cx="0" cy="3693975"/>
          </a:xfrm>
          <a:prstGeom prst="straightConnector1">
            <a:avLst/>
          </a:prstGeom>
          <a:ln w="22225">
            <a:solidFill>
              <a:srgbClr val="FF0000"/>
            </a:solidFill>
            <a:headEnd type="arrow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624BCB04-49D1-242F-BFF5-2DB5CE30EF8E}"/>
              </a:ext>
            </a:extLst>
          </p:cNvPr>
          <p:cNvCxnSpPr>
            <a:cxnSpLocks/>
          </p:cNvCxnSpPr>
          <p:nvPr/>
        </p:nvCxnSpPr>
        <p:spPr>
          <a:xfrm>
            <a:off x="6203742" y="4074533"/>
            <a:ext cx="199358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F54F6139-B8FD-C558-29F4-153BDFC9001B}"/>
              </a:ext>
            </a:extLst>
          </p:cNvPr>
          <p:cNvSpPr txBox="1"/>
          <p:nvPr/>
        </p:nvSpPr>
        <p:spPr>
          <a:xfrm rot="16200000">
            <a:off x="7763083" y="2251847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rgbClr val="FF0000"/>
                </a:solidFill>
              </a:rPr>
              <a:t>空力中心</a:t>
            </a:r>
            <a:r>
              <a:rPr lang="en-US" altLang="ja-JP" sz="1400" b="1" dirty="0">
                <a:solidFill>
                  <a:srgbClr val="FF0000"/>
                </a:solidFill>
              </a:rPr>
              <a:t>Cp</a:t>
            </a:r>
            <a:endParaRPr kumimoji="1" lang="ja-JP" altLang="en-US" sz="1400" b="1" dirty="0">
              <a:solidFill>
                <a:srgbClr val="FF0000"/>
              </a:solidFill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473E467D-D366-3D0B-740C-C71F58CA419F}"/>
              </a:ext>
            </a:extLst>
          </p:cNvPr>
          <p:cNvSpPr txBox="1"/>
          <p:nvPr/>
        </p:nvSpPr>
        <p:spPr>
          <a:xfrm>
            <a:off x="5855274" y="3920644"/>
            <a:ext cx="423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b="1" dirty="0">
                <a:solidFill>
                  <a:srgbClr val="FF0000"/>
                </a:solidFill>
              </a:rPr>
              <a:t>Cp</a:t>
            </a:r>
            <a:endParaRPr kumimoji="1" lang="ja-JP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F26B650-B6A2-966E-83F8-2504D0F0D20A}"/>
              </a:ext>
            </a:extLst>
          </p:cNvPr>
          <p:cNvCxnSpPr>
            <a:cxnSpLocks/>
          </p:cNvCxnSpPr>
          <p:nvPr/>
        </p:nvCxnSpPr>
        <p:spPr>
          <a:xfrm flipV="1">
            <a:off x="8930869" y="4597753"/>
            <a:ext cx="5002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87BBF62C-26BC-AD9B-BB4B-9162F4255C56}"/>
              </a:ext>
            </a:extLst>
          </p:cNvPr>
          <p:cNvCxnSpPr>
            <a:cxnSpLocks/>
          </p:cNvCxnSpPr>
          <p:nvPr/>
        </p:nvCxnSpPr>
        <p:spPr>
          <a:xfrm>
            <a:off x="9203799" y="4583586"/>
            <a:ext cx="0" cy="778772"/>
          </a:xfrm>
          <a:prstGeom prst="straightConnector1">
            <a:avLst/>
          </a:prstGeom>
          <a:ln w="22225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2EECF1-E6E4-A901-6900-AAD2F070CD07}"/>
              </a:ext>
            </a:extLst>
          </p:cNvPr>
          <p:cNvSpPr txBox="1"/>
          <p:nvPr/>
        </p:nvSpPr>
        <p:spPr>
          <a:xfrm rot="16200000">
            <a:off x="9099941" y="470250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b="1" dirty="0"/>
              <a:t>後退量</a:t>
            </a:r>
            <a:endParaRPr lang="en-US" altLang="ja-JP" sz="1400" b="1" dirty="0"/>
          </a:p>
          <a:p>
            <a:pPr algn="ctr"/>
            <a:r>
              <a:rPr lang="en-US" altLang="ja-JP" sz="1400" b="1" dirty="0"/>
              <a:t>ΔX</a:t>
            </a:r>
            <a:endParaRPr kumimoji="1" lang="ja-JP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67145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31</Words>
  <Application>Microsoft Office PowerPoint</Application>
  <PresentationFormat>ワイド画面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三七男 山本</dc:creator>
  <cp:lastModifiedBy>三七男 山本</cp:lastModifiedBy>
  <cp:revision>5</cp:revision>
  <dcterms:created xsi:type="dcterms:W3CDTF">2025-11-17T10:44:15Z</dcterms:created>
  <dcterms:modified xsi:type="dcterms:W3CDTF">2025-11-17T16:30:07Z</dcterms:modified>
</cp:coreProperties>
</file>